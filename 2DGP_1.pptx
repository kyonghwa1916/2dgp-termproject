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8" r:id="rId12"/>
    <p:sldId id="269" r:id="rId13"/>
    <p:sldId id="267" r:id="rId1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215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presProps" Target="presProps.xml"  /><Relationship Id="rId16" Type="http://schemas.openxmlformats.org/officeDocument/2006/relationships/viewProps" Target="viewProps.xml"  /><Relationship Id="rId17" Type="http://schemas.openxmlformats.org/officeDocument/2006/relationships/theme" Target="theme/theme1.xml"  /><Relationship Id="rId18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3.png"  /><Relationship Id="rId11" Type="http://schemas.openxmlformats.org/officeDocument/2006/relationships/image" Target="../media/image14.png"  /><Relationship Id="rId12" Type="http://schemas.openxmlformats.org/officeDocument/2006/relationships/image" Target="../media/image15.png"  /><Relationship Id="rId13" Type="http://schemas.openxmlformats.org/officeDocument/2006/relationships/image" Target="../media/image16.png"  /><Relationship Id="rId14" Type="http://schemas.openxmlformats.org/officeDocument/2006/relationships/image" Target="../media/image17.png"  /><Relationship Id="rId15" Type="http://schemas.openxmlformats.org/officeDocument/2006/relationships/image" Target="../media/image18.png"  /><Relationship Id="rId2" Type="http://schemas.openxmlformats.org/officeDocument/2006/relationships/image" Target="../media/image2.png"  /><Relationship Id="rId3" Type="http://schemas.openxmlformats.org/officeDocument/2006/relationships/image" Target="../media/image8.png"  /><Relationship Id="rId4" Type="http://schemas.openxmlformats.org/officeDocument/2006/relationships/image" Target="../media/image9.png"  /><Relationship Id="rId5" Type="http://schemas.openxmlformats.org/officeDocument/2006/relationships/image" Target="../media/image10.png"  /><Relationship Id="rId6" Type="http://schemas.openxmlformats.org/officeDocument/2006/relationships/image" Target="../media/image9.png"  /><Relationship Id="rId7" Type="http://schemas.openxmlformats.org/officeDocument/2006/relationships/image" Target="../media/image10.png"  /><Relationship Id="rId8" Type="http://schemas.openxmlformats.org/officeDocument/2006/relationships/image" Target="../media/image11.png"  /><Relationship Id="rId9" Type="http://schemas.openxmlformats.org/officeDocument/2006/relationships/image" Target="../media/image1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8.png"  /><Relationship Id="rId4" Type="http://schemas.openxmlformats.org/officeDocument/2006/relationships/image" Target="../media/image19.png"  /><Relationship Id="rId5" Type="http://schemas.openxmlformats.org/officeDocument/2006/relationships/image" Target="../media/image20.png"  /><Relationship Id="rId6" Type="http://schemas.openxmlformats.org/officeDocument/2006/relationships/image" Target="../media/image21.png"  /><Relationship Id="rId7" Type="http://schemas.openxmlformats.org/officeDocument/2006/relationships/image" Target="../media/image2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8.png"  /><Relationship Id="rId4" Type="http://schemas.openxmlformats.org/officeDocument/2006/relationships/image" Target="../media/image19.png"  /><Relationship Id="rId5" Type="http://schemas.openxmlformats.org/officeDocument/2006/relationships/image" Target="../media/image23.png"  /><Relationship Id="rId6" Type="http://schemas.openxmlformats.org/officeDocument/2006/relationships/image" Target="../media/image20.png"  /><Relationship Id="rId7" Type="http://schemas.openxmlformats.org/officeDocument/2006/relationships/image" Target="../media/image21.png"  /><Relationship Id="rId8" Type="http://schemas.openxmlformats.org/officeDocument/2006/relationships/image" Target="../media/image2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8.png"  /><Relationship Id="rId4" Type="http://schemas.openxmlformats.org/officeDocument/2006/relationships/image" Target="../media/image19.png"  /><Relationship Id="rId5" Type="http://schemas.openxmlformats.org/officeDocument/2006/relationships/image" Target="../media/image25.png"  /><Relationship Id="rId6" Type="http://schemas.openxmlformats.org/officeDocument/2006/relationships/image" Target="../media/image20.png"  /><Relationship Id="rId7" Type="http://schemas.openxmlformats.org/officeDocument/2006/relationships/image" Target="../media/image21.png"  /><Relationship Id="rId8" Type="http://schemas.openxmlformats.org/officeDocument/2006/relationships/image" Target="../media/image26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8.png"  /><Relationship Id="rId4" Type="http://schemas.openxmlformats.org/officeDocument/2006/relationships/image" Target="../media/image19.png"  /><Relationship Id="rId5" Type="http://schemas.openxmlformats.org/officeDocument/2006/relationships/image" Target="../media/image27.png"  /><Relationship Id="rId6" Type="http://schemas.openxmlformats.org/officeDocument/2006/relationships/image" Target="../media/image20.png"  /><Relationship Id="rId7" Type="http://schemas.openxmlformats.org/officeDocument/2006/relationships/image" Target="../media/image21.png"  /><Relationship Id="rId8" Type="http://schemas.openxmlformats.org/officeDocument/2006/relationships/image" Target="../media/image28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8.png"  /><Relationship Id="rId4" Type="http://schemas.openxmlformats.org/officeDocument/2006/relationships/image" Target="../media/image29.png"  /><Relationship Id="rId5" Type="http://schemas.openxmlformats.org/officeDocument/2006/relationships/image" Target="../media/image20.png"  /><Relationship Id="rId6" Type="http://schemas.openxmlformats.org/officeDocument/2006/relationships/image" Target="../media/image21.png"  /><Relationship Id="rId7" Type="http://schemas.openxmlformats.org/officeDocument/2006/relationships/image" Target="../media/image30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8.png"  /><Relationship Id="rId4" Type="http://schemas.openxmlformats.org/officeDocument/2006/relationships/image" Target="../media/image31.png"  /><Relationship Id="rId5" Type="http://schemas.openxmlformats.org/officeDocument/2006/relationships/image" Target="../media/image20.png"  /><Relationship Id="rId6" Type="http://schemas.openxmlformats.org/officeDocument/2006/relationships/image" Target="../media/image21.png"  /><Relationship Id="rId7" Type="http://schemas.openxmlformats.org/officeDocument/2006/relationships/image" Target="../media/image32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8.png"  /><Relationship Id="rId4" Type="http://schemas.openxmlformats.org/officeDocument/2006/relationships/image" Target="../media/image33.png"  /><Relationship Id="rId5" Type="http://schemas.openxmlformats.org/officeDocument/2006/relationships/image" Target="../media/image34.png"  /><Relationship Id="rId6" Type="http://schemas.openxmlformats.org/officeDocument/2006/relationships/image" Target="../media/image35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36.png"  /><Relationship Id="rId3" Type="http://schemas.openxmlformats.org/officeDocument/2006/relationships/image" Target="../media/image2.png"  /><Relationship Id="rId4" Type="http://schemas.openxmlformats.org/officeDocument/2006/relationships/image" Target="../media/image37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6223000" y="7404100"/>
            <a:ext cx="29375100" cy="5308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5642483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75300" y="4927600"/>
            <a:ext cx="7150100" cy="38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429500" y="6807200"/>
            <a:ext cx="3429000" cy="673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794000" y="3365500"/>
            <a:ext cx="10655300" cy="2209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699000" y="4419600"/>
            <a:ext cx="9385300" cy="3098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569200" y="6807200"/>
            <a:ext cx="3289300" cy="825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46200" y="5245100"/>
            <a:ext cx="3619500" cy="3619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321300" y="5245100"/>
            <a:ext cx="3619500" cy="3619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21800" y="5245100"/>
            <a:ext cx="3619500" cy="3619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322300" y="5245100"/>
            <a:ext cx="3619500" cy="3619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76300" y="647700"/>
            <a:ext cx="1473200" cy="685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12800" y="977900"/>
            <a:ext cx="2438400" cy="20320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6700" y="6477000"/>
            <a:ext cx="4826000" cy="1295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178300" y="6477000"/>
            <a:ext cx="4978400" cy="12827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772400" y="6477000"/>
            <a:ext cx="5575300" cy="1295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306300" y="6477000"/>
            <a:ext cx="4940300" cy="1295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1879600" y="3149600"/>
            <a:ext cx="19291300" cy="825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-1600200" y="3644900"/>
            <a:ext cx="19240500" cy="1371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09900" y="2514600"/>
            <a:ext cx="12268200" cy="6934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6300" y="647700"/>
            <a:ext cx="1524000" cy="685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00100" y="914400"/>
            <a:ext cx="44069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914900" y="990600"/>
            <a:ext cx="1968500" cy="1600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09900" y="2514600"/>
            <a:ext cx="12268200" cy="69342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971800" y="2514600"/>
            <a:ext cx="12319000" cy="693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76300" y="647700"/>
            <a:ext cx="1524000" cy="685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00100" y="914400"/>
            <a:ext cx="4406900" cy="137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902200" y="889000"/>
            <a:ext cx="1549400" cy="1130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09900" y="2514600"/>
            <a:ext cx="12268200" cy="69342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971800" y="2514600"/>
            <a:ext cx="12331700" cy="693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76300" y="647700"/>
            <a:ext cx="1524000" cy="685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00100" y="914400"/>
            <a:ext cx="4406900" cy="137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914900" y="990600"/>
            <a:ext cx="1968500" cy="1600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009900" y="2514600"/>
            <a:ext cx="12268200" cy="69342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009900" y="2514600"/>
            <a:ext cx="12344400" cy="693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76300" y="647700"/>
            <a:ext cx="1524000" cy="685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00100" y="914400"/>
            <a:ext cx="4406900" cy="137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914900" y="990600"/>
            <a:ext cx="34544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556000" y="2514600"/>
            <a:ext cx="12395200" cy="6934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6300" y="647700"/>
            <a:ext cx="1524000" cy="685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00100" y="914400"/>
            <a:ext cx="44069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902200" y="939800"/>
            <a:ext cx="2336800" cy="1079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984500" y="2514600"/>
            <a:ext cx="12242800" cy="6934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76300" y="647700"/>
            <a:ext cx="1524000" cy="685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00100" y="914400"/>
            <a:ext cx="44069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902200" y="939800"/>
            <a:ext cx="2336800" cy="1079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5485003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52500" y="2095500"/>
            <a:ext cx="16383000" cy="381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76300" y="647700"/>
            <a:ext cx="1511300" cy="685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12800" y="977900"/>
            <a:ext cx="2438400" cy="2032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838556" y="2604704"/>
            <a:ext cx="12610886" cy="66535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6515100" y="5461000"/>
            <a:ext cx="30391100" cy="9042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0" y="0"/>
            <a:ext cx="18288000" cy="10287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39700" y="3314700"/>
            <a:ext cx="155702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2971800" y="266700"/>
            <a:ext cx="12287250" cy="2072640"/>
          </a:xfrm>
        </p:spPr>
        <p:txBody>
          <a:bodyPr>
            <a:noAutofit/>
          </a:bodyPr>
          <a:p>
            <a:pPr lvl="0">
              <a:defRPr/>
            </a:pPr>
            <a:r>
              <a:rPr lang="ko-KR" altLang="en-US" sz="6500"/>
              <a:t>세부계획서 </a:t>
            </a:r>
            <a:r>
              <a:rPr lang="en-US" altLang="ko-KR" sz="6500"/>
              <a:t>-</a:t>
            </a:r>
            <a:r>
              <a:rPr lang="ko-KR" altLang="en-US" sz="6500"/>
              <a:t> 인트로 등 스토리 </a:t>
            </a:r>
            <a:endParaRPr lang="ko-KR" altLang="en-US" sz="65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400300"/>
            <a:ext cx="16687800" cy="6629400"/>
          </a:xfrm>
        </p:spPr>
        <p:txBody>
          <a:bodyPr/>
          <a:p>
            <a:pPr marL="0" lvl="0" indent="0">
              <a:buNone/>
              <a:defRPr/>
            </a:pP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원작과 완전히 일치하지 않음을 밝힘 </a:t>
            </a:r>
            <a:r>
              <a:rPr lang="en-US" altLang="ko-KR"/>
              <a:t>-</a:t>
            </a:r>
            <a:endParaRPr lang="en-US" altLang="ko-KR"/>
          </a:p>
          <a:p>
            <a:pPr marL="0" lvl="0" indent="0">
              <a:buNone/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편지 내용 등 인트로</a:t>
            </a:r>
            <a:br>
              <a:rPr lang="ko-KR" altLang="en-US"/>
            </a:br>
            <a:r>
              <a:rPr lang="ko-KR" altLang="en-US"/>
              <a:t>전쟁 이후의 세계</a:t>
            </a:r>
            <a:r>
              <a:rPr lang="en-US" altLang="ko-KR"/>
              <a:t>,</a:t>
            </a:r>
            <a:r>
              <a:rPr lang="ko-KR" altLang="en-US"/>
              <a:t> 전쟁으로 폐허가 된 마을의 이장은 마녀학교에 편지를 쓴다</a:t>
            </a:r>
            <a:r>
              <a:rPr lang="en-US" altLang="ko-KR"/>
              <a:t>.</a:t>
            </a:r>
            <a:r>
              <a:rPr lang="ko-KR" altLang="en-US"/>
              <a:t> </a:t>
            </a:r>
            <a:br>
              <a:rPr lang="ko-KR" altLang="en-US"/>
            </a:br>
            <a:r>
              <a:rPr lang="en-US" altLang="ko-KR"/>
              <a:t>“</a:t>
            </a:r>
            <a:r>
              <a:rPr lang="ko-KR" altLang="en-US"/>
              <a:t>저희 마을을 일으켜줄 마녀를 보내주십시오</a:t>
            </a:r>
            <a:r>
              <a:rPr lang="en-US" altLang="ko-KR"/>
              <a:t>.</a:t>
            </a:r>
            <a:r>
              <a:rPr lang="ko-KR" altLang="en-US"/>
              <a:t> 부탁합니다</a:t>
            </a:r>
            <a:r>
              <a:rPr lang="en-US" altLang="ko-KR"/>
              <a:t>.”</a:t>
            </a:r>
            <a:br>
              <a:rPr lang="ko-KR" altLang="en-US"/>
            </a:br>
            <a:r>
              <a:rPr lang="ko-KR" altLang="en-US"/>
              <a:t>해당 편지를 받고 마을로 가게 된 마녀</a:t>
            </a:r>
            <a:r>
              <a:rPr lang="en-US" altLang="ko-KR"/>
              <a:t>.</a:t>
            </a:r>
            <a:r>
              <a:rPr lang="ko-KR" altLang="en-US"/>
              <a:t> 마을 외곽의 부서지지 않은 집 한채를 얻어 집으로 삼으며 마을의 회복을 돕는다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엔딩 </a:t>
            </a:r>
            <a:r>
              <a:rPr lang="en-US" altLang="ko-KR"/>
              <a:t>-</a:t>
            </a:r>
            <a:r>
              <a:rPr lang="ko-KR" altLang="en-US"/>
              <a:t> 마을이 회복되고</a:t>
            </a:r>
            <a:r>
              <a:rPr lang="en-US" altLang="ko-KR"/>
              <a:t>,</a:t>
            </a:r>
            <a:r>
              <a:rPr lang="ko-KR" altLang="en-US"/>
              <a:t> 마녀가 학교로 돌아가며 끝남</a:t>
            </a:r>
            <a:r>
              <a:rPr lang="en-US" altLang="ko-KR"/>
              <a:t>.</a:t>
            </a:r>
            <a:br>
              <a:rPr lang="ko-KR" altLang="en-US"/>
            </a:b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161937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4114800" y="266700"/>
            <a:ext cx="10001250" cy="2072640"/>
          </a:xfrm>
        </p:spPr>
        <p:txBody>
          <a:bodyPr>
            <a:noAutofit/>
          </a:bodyPr>
          <a:p>
            <a:pPr lvl="0">
              <a:defRPr/>
            </a:pPr>
            <a:r>
              <a:rPr lang="ko-KR" altLang="en-US" sz="6500"/>
              <a:t>세부기획서 </a:t>
            </a:r>
            <a:r>
              <a:rPr lang="en-US" altLang="ko-KR" sz="6500"/>
              <a:t>-</a:t>
            </a:r>
            <a:r>
              <a:rPr lang="ko-KR" altLang="en-US" sz="6500"/>
              <a:t> 상호작용</a:t>
            </a:r>
            <a:endParaRPr lang="ko-KR" altLang="en-US" sz="65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400300"/>
            <a:ext cx="16687800" cy="6629400"/>
          </a:xfrm>
        </p:spPr>
        <p:txBody>
          <a:bodyPr/>
          <a:p>
            <a:pPr lvl="0">
              <a:defRPr/>
            </a:pPr>
            <a:r>
              <a:rPr lang="ko-KR" altLang="en-US"/>
              <a:t>입력 </a:t>
            </a: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wasd</a:t>
            </a:r>
            <a:r>
              <a:rPr lang="ko-KR" altLang="en-US"/>
              <a:t>로 캐릭터 움직임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e</a:t>
            </a:r>
            <a:r>
              <a:rPr lang="ko-KR" altLang="en-US"/>
              <a:t>키로 상호작용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tab</a:t>
            </a:r>
            <a:r>
              <a:rPr lang="ko-KR" altLang="en-US"/>
              <a:t>키로 인벤토리 여닫기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마을 이장과의 상호작용이 진행될 예정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마을 이장이 주는 퀘스트를 달성하면 다른 레시피의 잠금이 해제됨</a:t>
            </a:r>
            <a:endParaRPr lang="ko-KR" altLang="en-US"/>
          </a:p>
          <a:p>
            <a:pPr lvl="0">
              <a:defRPr/>
            </a:pPr>
            <a:r>
              <a:rPr lang="en-US" altLang="ko-KR"/>
              <a:t>ex. “</a:t>
            </a:r>
            <a:r>
              <a:rPr lang="ko-KR" altLang="en-US"/>
              <a:t>마을사람들이 전쟁 이후 많이 힘들어하고 있어</a:t>
            </a:r>
            <a:r>
              <a:rPr lang="en-US" altLang="ko-KR"/>
              <a:t>.</a:t>
            </a:r>
            <a:r>
              <a:rPr lang="ko-KR" altLang="en-US"/>
              <a:t> 회복의 물약 다섯개만 부탁하네</a:t>
            </a:r>
            <a:r>
              <a:rPr lang="en-US" altLang="ko-KR"/>
              <a:t>”</a:t>
            </a:r>
            <a:br>
              <a:rPr lang="ko-KR" altLang="en-US"/>
            </a:br>
            <a:r>
              <a:rPr lang="en-US" altLang="ko-KR"/>
              <a:t>=&gt;</a:t>
            </a:r>
            <a:r>
              <a:rPr lang="ko-KR" altLang="en-US"/>
              <a:t>행복의 주스 레시피 획득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523069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0"/>
          </p:nvPr>
        </p:nvSpPr>
        <p:spPr>
          <a:xfrm>
            <a:off x="4114800" y="266700"/>
            <a:ext cx="10001250" cy="2072640"/>
          </a:xfrm>
        </p:spPr>
        <p:txBody>
          <a:bodyPr>
            <a:noAutofit/>
          </a:bodyPr>
          <a:p>
            <a:pPr lvl="0">
              <a:defRPr/>
            </a:pPr>
            <a:r>
              <a:rPr lang="ko-KR" altLang="en-US" sz="6500"/>
              <a:t>세부기획서 </a:t>
            </a:r>
            <a:r>
              <a:rPr lang="en-US" altLang="ko-KR" sz="6500"/>
              <a:t>-</a:t>
            </a:r>
            <a:r>
              <a:rPr lang="ko-KR" altLang="en-US" sz="6500"/>
              <a:t> 제작</a:t>
            </a:r>
            <a:endParaRPr lang="ko-KR" altLang="en-US" sz="65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400300"/>
            <a:ext cx="16687800" cy="6629400"/>
          </a:xfrm>
        </p:spPr>
        <p:txBody>
          <a:bodyPr/>
          <a:p>
            <a:pPr lvl="0">
              <a:defRPr/>
            </a:pPr>
            <a:r>
              <a:rPr lang="ko-KR" altLang="en-US"/>
              <a:t>재료 </a:t>
            </a:r>
            <a:r>
              <a:rPr lang="en-US" altLang="ko-KR"/>
              <a:t>-</a:t>
            </a:r>
            <a:r>
              <a:rPr lang="ko-KR" altLang="en-US"/>
              <a:t> 적사과</a:t>
            </a:r>
            <a:r>
              <a:rPr lang="en-US" altLang="ko-KR"/>
              <a:t>,</a:t>
            </a:r>
            <a:r>
              <a:rPr lang="ko-KR" altLang="en-US"/>
              <a:t> 청사과</a:t>
            </a:r>
            <a:r>
              <a:rPr lang="en-US" altLang="ko-KR"/>
              <a:t>,</a:t>
            </a:r>
            <a:r>
              <a:rPr lang="ko-KR" altLang="en-US"/>
              <a:t> 황금사과</a:t>
            </a:r>
            <a:r>
              <a:rPr lang="en-US" altLang="ko-KR"/>
              <a:t>,</a:t>
            </a:r>
            <a:r>
              <a:rPr lang="ko-KR" altLang="en-US"/>
              <a:t> 청포도</a:t>
            </a:r>
            <a:r>
              <a:rPr lang="en-US" altLang="ko-KR"/>
              <a:t>,</a:t>
            </a:r>
            <a:r>
              <a:rPr lang="ko-KR" altLang="en-US"/>
              <a:t> 바나나</a:t>
            </a:r>
            <a:r>
              <a:rPr lang="en-US" altLang="ko-KR"/>
              <a:t>,</a:t>
            </a:r>
            <a:r>
              <a:rPr lang="ko-KR" altLang="en-US"/>
              <a:t> 많이 익은 바나나</a:t>
            </a:r>
            <a:r>
              <a:rPr lang="en-US" altLang="ko-KR"/>
              <a:t>,</a:t>
            </a:r>
            <a:r>
              <a:rPr lang="ko-KR" altLang="en-US"/>
              <a:t> 오렌지</a:t>
            </a:r>
            <a:r>
              <a:rPr lang="en-US" altLang="ko-KR"/>
              <a:t>,</a:t>
            </a:r>
            <a:r>
              <a:rPr lang="ko-KR" altLang="en-US"/>
              <a:t> 파인애플</a:t>
            </a:r>
            <a:r>
              <a:rPr lang="en-US" altLang="ko-KR"/>
              <a:t>,</a:t>
            </a:r>
            <a:r>
              <a:rPr lang="ko-KR" altLang="en-US"/>
              <a:t> 체리</a:t>
            </a:r>
            <a:r>
              <a:rPr lang="en-US" altLang="ko-KR"/>
              <a:t>,</a:t>
            </a:r>
            <a:r>
              <a:rPr lang="ko-KR" altLang="en-US"/>
              <a:t>  레몬</a:t>
            </a:r>
            <a:r>
              <a:rPr lang="en-US" altLang="ko-KR"/>
              <a:t>,</a:t>
            </a:r>
            <a:r>
              <a:rPr lang="ko-KR" altLang="en-US"/>
              <a:t> 키위</a:t>
            </a:r>
            <a:r>
              <a:rPr lang="en-US" altLang="ko-KR"/>
              <a:t>,</a:t>
            </a:r>
            <a:r>
              <a:rPr lang="ko-KR" altLang="en-US"/>
              <a:t> 용과</a:t>
            </a:r>
            <a:r>
              <a:rPr lang="en-US" altLang="ko-KR"/>
              <a:t>,</a:t>
            </a:r>
            <a:r>
              <a:rPr lang="ko-KR" altLang="en-US"/>
              <a:t> 토마토</a:t>
            </a:r>
            <a:r>
              <a:rPr lang="en-US" altLang="ko-KR"/>
              <a:t>,</a:t>
            </a:r>
            <a:r>
              <a:rPr lang="ko-KR" altLang="en-US"/>
              <a:t> 파인애플 등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레시피 예시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/>
              <a:t> - </a:t>
            </a:r>
            <a:r>
              <a:rPr lang="ko-KR" altLang="en-US"/>
              <a:t>생명의 물약 </a:t>
            </a:r>
            <a:r>
              <a:rPr lang="en-US" altLang="ko-KR"/>
              <a:t>:</a:t>
            </a:r>
            <a:r>
              <a:rPr lang="ko-KR" altLang="en-US"/>
              <a:t> 적사과 </a:t>
            </a:r>
            <a:r>
              <a:rPr lang="en-US" altLang="ko-KR"/>
              <a:t>+</a:t>
            </a:r>
            <a:r>
              <a:rPr lang="ko-KR" altLang="en-US"/>
              <a:t> 바나나 </a:t>
            </a:r>
            <a:r>
              <a:rPr lang="en-US" altLang="ko-KR"/>
              <a:t>+</a:t>
            </a:r>
            <a:r>
              <a:rPr lang="ko-KR" altLang="en-US"/>
              <a:t> 체리 </a:t>
            </a:r>
            <a:r>
              <a:rPr lang="en-US" altLang="ko-KR"/>
              <a:t>-&gt;</a:t>
            </a:r>
            <a:r>
              <a:rPr lang="ko-KR" altLang="en-US"/>
              <a:t> 사람들의 기력을 올려준다</a:t>
            </a:r>
            <a:r>
              <a:rPr lang="en-US" altLang="ko-KR"/>
              <a:t>.</a:t>
            </a:r>
            <a:endParaRPr lang="en-US" altLang="ko-KR"/>
          </a:p>
          <a:p>
            <a:pPr marL="0" lvl="0" indent="0">
              <a:buNone/>
              <a:defRPr/>
            </a:pP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회복의 묘약 </a:t>
            </a:r>
            <a:r>
              <a:rPr lang="en-US" altLang="ko-KR"/>
              <a:t>:</a:t>
            </a:r>
            <a:r>
              <a:rPr lang="ko-KR" altLang="en-US"/>
              <a:t> 많이 익은 바나나 </a:t>
            </a:r>
            <a:r>
              <a:rPr lang="en-US" altLang="ko-KR"/>
              <a:t>+</a:t>
            </a:r>
            <a:r>
              <a:rPr lang="ko-KR" altLang="en-US"/>
              <a:t> 토마토 </a:t>
            </a:r>
            <a:r>
              <a:rPr lang="en-US" altLang="ko-KR"/>
              <a:t>+</a:t>
            </a:r>
            <a:r>
              <a:rPr lang="ko-KR" altLang="en-US"/>
              <a:t> 용과 </a:t>
            </a:r>
            <a:r>
              <a:rPr lang="en-US" altLang="ko-KR"/>
              <a:t>-&gt;</a:t>
            </a:r>
            <a:r>
              <a:rPr lang="ko-KR" altLang="en-US"/>
              <a:t> 아픈 사람을 낫게 해준다</a:t>
            </a:r>
            <a:r>
              <a:rPr lang="en-US" altLang="ko-KR"/>
              <a:t>.</a:t>
            </a:r>
            <a:endParaRPr lang="en-US" altLang="ko-KR"/>
          </a:p>
          <a:p>
            <a:pPr marL="0" lvl="0" indent="0">
              <a:buNone/>
              <a:defRPr/>
            </a:pP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활력의 포션 </a:t>
            </a:r>
            <a:r>
              <a:rPr lang="en-US" altLang="ko-KR"/>
              <a:t>:</a:t>
            </a:r>
            <a:r>
              <a:rPr lang="ko-KR" altLang="en-US"/>
              <a:t> 청사과 </a:t>
            </a:r>
            <a:r>
              <a:rPr lang="en-US" altLang="ko-KR"/>
              <a:t>+</a:t>
            </a:r>
            <a:r>
              <a:rPr lang="ko-KR" altLang="en-US"/>
              <a:t> 레몬 </a:t>
            </a:r>
            <a:r>
              <a:rPr lang="en-US" altLang="ko-KR"/>
              <a:t>+</a:t>
            </a:r>
            <a:r>
              <a:rPr lang="ko-KR" altLang="en-US"/>
              <a:t> 키위 </a:t>
            </a:r>
            <a:r>
              <a:rPr lang="en-US" altLang="ko-KR"/>
              <a:t>-&gt;</a:t>
            </a:r>
            <a:r>
              <a:rPr lang="ko-KR" altLang="en-US"/>
              <a:t> 사람들의 활력을 올려준다</a:t>
            </a:r>
            <a:r>
              <a:rPr lang="en-US" altLang="ko-KR"/>
              <a:t>.</a:t>
            </a:r>
            <a:endParaRPr lang="en-US" altLang="ko-KR"/>
          </a:p>
          <a:p>
            <a:pPr marL="0" lvl="0" indent="0">
              <a:buNone/>
              <a:defRPr/>
            </a:pPr>
            <a:r>
              <a:rPr lang="ko-KR" altLang="en-US"/>
              <a:t> </a:t>
            </a:r>
            <a:r>
              <a:rPr lang="en-US" altLang="ko-KR"/>
              <a:t>-</a:t>
            </a:r>
            <a:r>
              <a:rPr lang="ko-KR" altLang="en-US"/>
              <a:t> 행복의 주스 </a:t>
            </a:r>
            <a:r>
              <a:rPr lang="en-US" altLang="ko-KR"/>
              <a:t>: </a:t>
            </a:r>
            <a:r>
              <a:rPr lang="ko-KR" altLang="en-US"/>
              <a:t>청포도 </a:t>
            </a:r>
            <a:r>
              <a:rPr lang="en-US" altLang="ko-KR"/>
              <a:t>+</a:t>
            </a:r>
            <a:r>
              <a:rPr lang="ko-KR" altLang="en-US"/>
              <a:t> 오렌지 </a:t>
            </a:r>
            <a:r>
              <a:rPr lang="en-US" altLang="ko-KR"/>
              <a:t>+</a:t>
            </a:r>
            <a:r>
              <a:rPr lang="ko-KR" altLang="en-US"/>
              <a:t> 파인애플 </a:t>
            </a:r>
            <a:r>
              <a:rPr lang="en-US" altLang="ko-KR"/>
              <a:t>-&gt;</a:t>
            </a:r>
            <a:r>
              <a:rPr lang="ko-KR" altLang="en-US"/>
              <a:t> 사람들의 기분을 좋게해준다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441586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174</ep:Words>
  <ep:PresentationFormat>On-screen Show (4:3)</ep:PresentationFormat>
  <ep:Paragraphs>25</ep:Paragraphs>
  <ep:Slides>13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세부계획서 - 인트로 등 스토리</vt:lpstr>
      <vt:lpstr>세부기획서 - 상호작용</vt:lpstr>
      <vt:lpstr>세부기획서 - 제작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yujin</cp:lastModifiedBy>
  <dcterms:modified xsi:type="dcterms:W3CDTF">2025-10-01T14:10:20.718</dcterms:modified>
  <cp:revision>17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