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6" r:id="rId11"/>
  </p:sldIdLst>
  <p:sldSz cx="18288000" cy="10287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/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/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80" d="100"/>
          <a:sy n="80" d="100"/>
        </p:scale>
        <p:origin x="-1092" y="-90"/>
      </p:cViewPr>
      <p:guideLst>
        <p:guide orient="horz" pos="2159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slide" Target="slides/slide9.xml"  /><Relationship Id="rId11" Type="http://schemas.openxmlformats.org/officeDocument/2006/relationships/slide" Target="slides/slide10.xml"  /><Relationship Id="rId12" Type="http://schemas.openxmlformats.org/officeDocument/2006/relationships/presProps" Target="presProps.xml"  /><Relationship Id="rId13" Type="http://schemas.openxmlformats.org/officeDocument/2006/relationships/viewProps" Target="viewProps.xml"  /><Relationship Id="rId14" Type="http://schemas.openxmlformats.org/officeDocument/2006/relationships/theme" Target="theme/theme1.xml"  /><Relationship Id="rId15" Type="http://schemas.openxmlformats.org/officeDocument/2006/relationships/tableStyles" Target="tableStyles.xml"  /><Relationship Id="rId2" Type="http://schemas.openxmlformats.org/officeDocument/2006/relationships/slide" Target="slides/slide1.xml"  /><Relationship Id="rId3" Type="http://schemas.openxmlformats.org/officeDocument/2006/relationships/slide" Target="slides/slide2.xml"  /><Relationship Id="rId4" Type="http://schemas.openxmlformats.org/officeDocument/2006/relationships/slide" Target="slides/slide3.xml"  /><Relationship Id="rId5" Type="http://schemas.openxmlformats.org/officeDocument/2006/relationships/slide" Target="slides/slide4.xml"  /><Relationship Id="rId6" Type="http://schemas.openxmlformats.org/officeDocument/2006/relationships/slide" Target="slides/slide5.xml"  /><Relationship Id="rId7" Type="http://schemas.openxmlformats.org/officeDocument/2006/relationships/slide" Target="slides/slide6.xml"  /><Relationship Id="rId8" Type="http://schemas.openxmlformats.org/officeDocument/2006/relationships/slide" Target="slides/slide7.xml"  /><Relationship Id="rId9" Type="http://schemas.openxmlformats.org/officeDocument/2006/relationships/slide" Target="slides/slide8.xml"  /></Relationship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0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2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3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4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5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6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9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10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Layouts/slideLayout1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10" Type="http://schemas.openxmlformats.org/officeDocument/2006/relationships/slideLayout" Target="../slideLayouts/slideLayout10.xml"  /><Relationship Id="rId11" Type="http://schemas.openxmlformats.org/officeDocument/2006/relationships/slideLayout" Target="../slideLayouts/slideLayout11.xml"  /><Relationship Id="rId12" Type="http://schemas.openxmlformats.org/officeDocument/2006/relationships/theme" Target="../theme/theme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slideLayout" Target="../slideLayouts/slideLayout5.xml"  /><Relationship Id="rId6" Type="http://schemas.openxmlformats.org/officeDocument/2006/relationships/slideLayout" Target="../slideLayouts/slideLayout6.xml"  /><Relationship Id="rId7" Type="http://schemas.openxmlformats.org/officeDocument/2006/relationships/slideLayout" Target="../slideLayouts/slideLayout7.xml"  /><Relationship Id="rId8" Type="http://schemas.openxmlformats.org/officeDocument/2006/relationships/slideLayout" Target="../slideLayouts/slideLayout8.xml"  /><Relationship Id="rId9" Type="http://schemas.openxmlformats.org/officeDocument/2006/relationships/slideLayout" Target="../slideLayouts/slideLayout9.xml" 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1.png"  /><Relationship Id="rId3" Type="http://schemas.openxmlformats.org/officeDocument/2006/relationships/image" Target="../media/image2.png"  /><Relationship Id="rId4" Type="http://schemas.openxmlformats.org/officeDocument/2006/relationships/image" Target="../media/image3.png"  /><Relationship Id="rId5" Type="http://schemas.openxmlformats.org/officeDocument/2006/relationships/image" Target="../media/image4.png"  /><Relationship Id="rId6" Type="http://schemas.openxmlformats.org/officeDocument/2006/relationships/image" Target="../media/image5.png"  /><Relationship Id="rId7" Type="http://schemas.openxmlformats.org/officeDocument/2006/relationships/image" Target="../media/image6.png"  /><Relationship Id="rId8" Type="http://schemas.openxmlformats.org/officeDocument/2006/relationships/image" Target="../media/image7.png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10" Type="http://schemas.openxmlformats.org/officeDocument/2006/relationships/image" Target="../media/image15.png"  /><Relationship Id="rId11" Type="http://schemas.openxmlformats.org/officeDocument/2006/relationships/image" Target="../media/image16.png"  /><Relationship Id="rId12" Type="http://schemas.openxmlformats.org/officeDocument/2006/relationships/image" Target="../media/image17.png"  /><Relationship Id="rId13" Type="http://schemas.openxmlformats.org/officeDocument/2006/relationships/image" Target="../media/image18.png"  /><Relationship Id="rId2" Type="http://schemas.openxmlformats.org/officeDocument/2006/relationships/image" Target="../media/image2.png"  /><Relationship Id="rId3" Type="http://schemas.openxmlformats.org/officeDocument/2006/relationships/image" Target="../media/image8.png"  /><Relationship Id="rId4" Type="http://schemas.openxmlformats.org/officeDocument/2006/relationships/image" Target="../media/image9.png"  /><Relationship Id="rId5" Type="http://schemas.openxmlformats.org/officeDocument/2006/relationships/image" Target="../media/image10.png"  /><Relationship Id="rId6" Type="http://schemas.openxmlformats.org/officeDocument/2006/relationships/image" Target="../media/image11.png"  /><Relationship Id="rId7" Type="http://schemas.openxmlformats.org/officeDocument/2006/relationships/image" Target="../media/image12.png"  /><Relationship Id="rId8" Type="http://schemas.openxmlformats.org/officeDocument/2006/relationships/image" Target="../media/image13.png"  /><Relationship Id="rId9" Type="http://schemas.openxmlformats.org/officeDocument/2006/relationships/image" Target="../media/image14.png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2.png"  /><Relationship Id="rId3" Type="http://schemas.openxmlformats.org/officeDocument/2006/relationships/image" Target="../media/image8.png"  /><Relationship Id="rId4" Type="http://schemas.openxmlformats.org/officeDocument/2006/relationships/image" Target="../media/image19.png"  /><Relationship Id="rId5" Type="http://schemas.openxmlformats.org/officeDocument/2006/relationships/image" Target="../media/image20.png"  /><Relationship Id="rId6" Type="http://schemas.openxmlformats.org/officeDocument/2006/relationships/image" Target="../media/image21.png"  /><Relationship Id="rId7" Type="http://schemas.openxmlformats.org/officeDocument/2006/relationships/image" Target="../media/image22.png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2.png"  /><Relationship Id="rId3" Type="http://schemas.openxmlformats.org/officeDocument/2006/relationships/image" Target="../media/image8.png"  /><Relationship Id="rId4" Type="http://schemas.openxmlformats.org/officeDocument/2006/relationships/image" Target="../media/image19.png"  /><Relationship Id="rId5" Type="http://schemas.openxmlformats.org/officeDocument/2006/relationships/image" Target="../media/image23.png"  /><Relationship Id="rId6" Type="http://schemas.openxmlformats.org/officeDocument/2006/relationships/image" Target="../media/image20.png"  /><Relationship Id="rId7" Type="http://schemas.openxmlformats.org/officeDocument/2006/relationships/image" Target="../media/image21.png"  /><Relationship Id="rId8" Type="http://schemas.openxmlformats.org/officeDocument/2006/relationships/image" Target="../media/image24.png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2.png"  /><Relationship Id="rId3" Type="http://schemas.openxmlformats.org/officeDocument/2006/relationships/image" Target="../media/image8.png"  /><Relationship Id="rId4" Type="http://schemas.openxmlformats.org/officeDocument/2006/relationships/image" Target="../media/image19.png"  /><Relationship Id="rId5" Type="http://schemas.openxmlformats.org/officeDocument/2006/relationships/image" Target="../media/image25.png"  /><Relationship Id="rId6" Type="http://schemas.openxmlformats.org/officeDocument/2006/relationships/image" Target="../media/image20.png"  /><Relationship Id="rId7" Type="http://schemas.openxmlformats.org/officeDocument/2006/relationships/image" Target="../media/image21.png"  /><Relationship Id="rId8" Type="http://schemas.openxmlformats.org/officeDocument/2006/relationships/image" Target="../media/image26.png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2.png"  /><Relationship Id="rId3" Type="http://schemas.openxmlformats.org/officeDocument/2006/relationships/image" Target="../media/image8.png"  /><Relationship Id="rId4" Type="http://schemas.openxmlformats.org/officeDocument/2006/relationships/image" Target="../media/image19.png"  /><Relationship Id="rId5" Type="http://schemas.openxmlformats.org/officeDocument/2006/relationships/image" Target="../media/image27.png"  /><Relationship Id="rId6" Type="http://schemas.openxmlformats.org/officeDocument/2006/relationships/image" Target="../media/image20.png"  /><Relationship Id="rId7" Type="http://schemas.openxmlformats.org/officeDocument/2006/relationships/image" Target="../media/image21.png"  /><Relationship Id="rId8" Type="http://schemas.openxmlformats.org/officeDocument/2006/relationships/image" Target="../media/image28.png"  /></Relationships>
</file>

<file path=ppt/slides/_rels/slide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2.png"  /><Relationship Id="rId3" Type="http://schemas.openxmlformats.org/officeDocument/2006/relationships/image" Target="../media/image8.png"  /><Relationship Id="rId4" Type="http://schemas.openxmlformats.org/officeDocument/2006/relationships/image" Target="../media/image29.png"  /><Relationship Id="rId5" Type="http://schemas.openxmlformats.org/officeDocument/2006/relationships/image" Target="../media/image20.png"  /><Relationship Id="rId6" Type="http://schemas.openxmlformats.org/officeDocument/2006/relationships/image" Target="../media/image21.png"  /><Relationship Id="rId7" Type="http://schemas.openxmlformats.org/officeDocument/2006/relationships/image" Target="../media/image30.png"  /></Relationships>
</file>

<file path=ppt/slides/_rels/slide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2.png"  /><Relationship Id="rId3" Type="http://schemas.openxmlformats.org/officeDocument/2006/relationships/image" Target="../media/image8.png"  /><Relationship Id="rId4" Type="http://schemas.openxmlformats.org/officeDocument/2006/relationships/image" Target="../media/image31.png"  /><Relationship Id="rId5" Type="http://schemas.openxmlformats.org/officeDocument/2006/relationships/image" Target="../media/image20.png"  /><Relationship Id="rId6" Type="http://schemas.openxmlformats.org/officeDocument/2006/relationships/image" Target="../media/image21.png"  /><Relationship Id="rId7" Type="http://schemas.openxmlformats.org/officeDocument/2006/relationships/image" Target="../media/image32.png"  /></Relationships>
</file>

<file path=ppt/slides/_rels/slide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2.png"  /><Relationship Id="rId3" Type="http://schemas.openxmlformats.org/officeDocument/2006/relationships/image" Target="../media/image8.png"  /><Relationship Id="rId4" Type="http://schemas.openxmlformats.org/officeDocument/2006/relationships/image" Target="../media/image33.png"  /><Relationship Id="rId5" Type="http://schemas.openxmlformats.org/officeDocument/2006/relationships/image" Target="../media/image34.png"  /><Relationship Id="rId6" Type="http://schemas.openxmlformats.org/officeDocument/2006/relationships/image" Target="../media/image35.png"  /></Relationships>
</file>

<file path=ppt/slides/_rels/slide1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36.png"  /><Relationship Id="rId3" Type="http://schemas.openxmlformats.org/officeDocument/2006/relationships/image" Target="../media/image2.png"  /><Relationship Id="rId4" Type="http://schemas.openxmlformats.org/officeDocument/2006/relationships/image" Target="../media/image37.png"  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8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-6223000" y="7404100"/>
            <a:ext cx="29375100" cy="53086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0" y="0"/>
            <a:ext cx="18288000" cy="10287000"/>
          </a:xfrm>
          <a:prstGeom prst="rect">
            <a:avLst/>
          </a:prstGeom>
        </p:spPr>
      </p:pic>
      <p:grpSp>
        <p:nvGrpSpPr>
          <p:cNvPr name="Group 4" id="4"/>
          <p:cNvGrpSpPr/>
          <p:nvPr/>
        </p:nvGrpSpPr>
        <p:grpSpPr>
          <a:xfrm>
            <a:off x="2147483647" y="2147483647"/>
            <a:ext cx="2147483647" cy="564248300"/>
          </a:xfrm>
        </p:grpSpPr>
      </p:grpSp>
      <p:pic>
        <p:nvPicPr>
          <p:cNvPr name="Picture 5" id="5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5575300" y="4927600"/>
            <a:ext cx="7150100" cy="381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7429500" y="6807200"/>
            <a:ext cx="3429000" cy="6731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2794000" y="3365500"/>
            <a:ext cx="10655300" cy="2209800"/>
          </a:xfrm>
          <a:prstGeom prst="rect">
            <a:avLst/>
          </a:prstGeom>
        </p:spPr>
      </p:pic>
      <p:pic>
        <p:nvPicPr>
          <p:cNvPr name="Picture 8" id="8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4699000" y="4419600"/>
            <a:ext cx="9385300" cy="3098800"/>
          </a:xfrm>
          <a:prstGeom prst="rect">
            <a:avLst/>
          </a:prstGeom>
        </p:spPr>
      </p:pic>
      <p:pic>
        <p:nvPicPr>
          <p:cNvPr name="Picture 9" id="9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 rot="0">
            <a:off x="7569200" y="6807200"/>
            <a:ext cx="3289300" cy="825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8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0" y="0"/>
            <a:ext cx="18288000" cy="10287000"/>
          </a:xfrm>
          <a:prstGeom prst="rect">
            <a:avLst/>
          </a:prstGeom>
        </p:spPr>
      </p:pic>
      <p:grpSp>
        <p:nvGrpSpPr>
          <p:cNvPr name="Group 3" id="3"/>
          <p:cNvGrpSpPr/>
          <p:nvPr/>
        </p:nvGrpSpPr>
        <p:grpSpPr>
          <a:xfrm>
            <a:off x="2147483647" y="2147483647"/>
            <a:ext cx="2147483647" cy="548500300"/>
          </a:xfrm>
        </p:grpSpPr>
      </p:grpSp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952500" y="2095500"/>
            <a:ext cx="16383000" cy="381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1346200" y="5245100"/>
            <a:ext cx="3619500" cy="36195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5321300" y="5245100"/>
            <a:ext cx="3619500" cy="36195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9321800" y="5245100"/>
            <a:ext cx="3619500" cy="3619500"/>
          </a:xfrm>
          <a:prstGeom prst="rect">
            <a:avLst/>
          </a:prstGeom>
        </p:spPr>
      </p:pic>
      <p:pic>
        <p:nvPicPr>
          <p:cNvPr name="Picture 8" id="8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13322300" y="5245100"/>
            <a:ext cx="3619500" cy="3619500"/>
          </a:xfrm>
          <a:prstGeom prst="rect">
            <a:avLst/>
          </a:prstGeom>
        </p:spPr>
      </p:pic>
      <p:pic>
        <p:nvPicPr>
          <p:cNvPr name="Picture 9" id="9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876300" y="647700"/>
            <a:ext cx="1473200" cy="685800"/>
          </a:xfrm>
          <a:prstGeom prst="rect">
            <a:avLst/>
          </a:prstGeom>
        </p:spPr>
      </p:pic>
      <p:pic>
        <p:nvPicPr>
          <p:cNvPr name="Picture 10" id="10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812800" y="977900"/>
            <a:ext cx="2438400" cy="2032000"/>
          </a:xfrm>
          <a:prstGeom prst="rect">
            <a:avLst/>
          </a:prstGeom>
        </p:spPr>
      </p:pic>
      <p:pic>
        <p:nvPicPr>
          <p:cNvPr name="Picture 11" id="11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 rot="0">
            <a:off x="266700" y="6477000"/>
            <a:ext cx="4826000" cy="1295400"/>
          </a:xfrm>
          <a:prstGeom prst="rect">
            <a:avLst/>
          </a:prstGeom>
        </p:spPr>
      </p:pic>
      <p:pic>
        <p:nvPicPr>
          <p:cNvPr name="Picture 12" id="12"/>
          <p:cNvPicPr>
            <a:picLocks noChangeAspect="true"/>
          </p:cNvPicPr>
          <p:nvPr/>
        </p:nvPicPr>
        <p:blipFill>
          <a:blip r:embed="rId9"/>
          <a:stretch>
            <a:fillRect/>
          </a:stretch>
        </p:blipFill>
        <p:spPr>
          <a:xfrm rot="0">
            <a:off x="4178300" y="6477000"/>
            <a:ext cx="4978400" cy="1282700"/>
          </a:xfrm>
          <a:prstGeom prst="rect">
            <a:avLst/>
          </a:prstGeom>
        </p:spPr>
      </p:pic>
      <p:pic>
        <p:nvPicPr>
          <p:cNvPr name="Picture 13" id="13"/>
          <p:cNvPicPr>
            <a:picLocks noChangeAspect="true"/>
          </p:cNvPicPr>
          <p:nvPr/>
        </p:nvPicPr>
        <p:blipFill>
          <a:blip r:embed="rId10"/>
          <a:stretch>
            <a:fillRect/>
          </a:stretch>
        </p:blipFill>
        <p:spPr>
          <a:xfrm rot="0">
            <a:off x="7772400" y="6477000"/>
            <a:ext cx="5575300" cy="1295400"/>
          </a:xfrm>
          <a:prstGeom prst="rect">
            <a:avLst/>
          </a:prstGeom>
        </p:spPr>
      </p:pic>
      <p:pic>
        <p:nvPicPr>
          <p:cNvPr name="Picture 14" id="14"/>
          <p:cNvPicPr>
            <a:picLocks noChangeAspect="true"/>
          </p:cNvPicPr>
          <p:nvPr/>
        </p:nvPicPr>
        <p:blipFill>
          <a:blip r:embed="rId11"/>
          <a:stretch>
            <a:fillRect/>
          </a:stretch>
        </p:blipFill>
        <p:spPr>
          <a:xfrm rot="0">
            <a:off x="12306300" y="6477000"/>
            <a:ext cx="4940300" cy="1295400"/>
          </a:xfrm>
          <a:prstGeom prst="rect">
            <a:avLst/>
          </a:prstGeom>
        </p:spPr>
      </p:pic>
      <p:pic>
        <p:nvPicPr>
          <p:cNvPr name="Picture 15" id="15"/>
          <p:cNvPicPr>
            <a:picLocks noChangeAspect="true"/>
          </p:cNvPicPr>
          <p:nvPr/>
        </p:nvPicPr>
        <p:blipFill>
          <a:blip r:embed="rId12"/>
          <a:stretch>
            <a:fillRect/>
          </a:stretch>
        </p:blipFill>
        <p:spPr>
          <a:xfrm rot="0">
            <a:off x="-1879600" y="3149600"/>
            <a:ext cx="19291300" cy="825500"/>
          </a:xfrm>
          <a:prstGeom prst="rect">
            <a:avLst/>
          </a:prstGeom>
        </p:spPr>
      </p:pic>
      <p:pic>
        <p:nvPicPr>
          <p:cNvPr name="Picture 16" id="16"/>
          <p:cNvPicPr>
            <a:picLocks noChangeAspect="true"/>
          </p:cNvPicPr>
          <p:nvPr/>
        </p:nvPicPr>
        <p:blipFill>
          <a:blip r:embed="rId13"/>
          <a:stretch>
            <a:fillRect/>
          </a:stretch>
        </p:blipFill>
        <p:spPr>
          <a:xfrm rot="0">
            <a:off x="-1600200" y="3644900"/>
            <a:ext cx="192405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8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0" y="0"/>
            <a:ext cx="18288000" cy="10287000"/>
          </a:xfrm>
          <a:prstGeom prst="rect">
            <a:avLst/>
          </a:prstGeom>
        </p:spPr>
      </p:pic>
      <p:grpSp>
        <p:nvGrpSpPr>
          <p:cNvPr name="Group 3" id="3"/>
          <p:cNvGrpSpPr/>
          <p:nvPr/>
        </p:nvGrpSpPr>
        <p:grpSpPr>
          <a:xfrm>
            <a:off x="2147483647" y="2147483647"/>
            <a:ext cx="2147483647" cy="548500300"/>
          </a:xfrm>
        </p:grpSpPr>
      </p:grpSp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952500" y="2095500"/>
            <a:ext cx="16383000" cy="38100"/>
          </a:xfrm>
          <a:prstGeom prst="rect">
            <a:avLst/>
          </a:prstGeom>
        </p:spPr>
      </p:pic>
      <p:grpSp>
        <p:nvGrpSpPr>
          <p:cNvPr name="Group 5" id="5"/>
          <p:cNvGrpSpPr/>
          <p:nvPr/>
        </p:nvGrpSpPr>
        <p:grpSpPr>
          <a:xfrm>
            <a:off x="2147483647" y="2147483647"/>
            <a:ext cx="2147483647" cy="2147483647"/>
          </a:xfrm>
        </p:grpSpPr>
      </p:grpSp>
      <p:pic>
        <p:nvPicPr>
          <p:cNvPr name="Picture 6" id="6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3009900" y="2514600"/>
            <a:ext cx="12268200" cy="69342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876300" y="647700"/>
            <a:ext cx="1524000" cy="685800"/>
          </a:xfrm>
          <a:prstGeom prst="rect">
            <a:avLst/>
          </a:prstGeom>
        </p:spPr>
      </p:pic>
      <p:pic>
        <p:nvPicPr>
          <p:cNvPr name="Picture 8" id="8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800100" y="914400"/>
            <a:ext cx="4406900" cy="1371600"/>
          </a:xfrm>
          <a:prstGeom prst="rect">
            <a:avLst/>
          </a:prstGeom>
        </p:spPr>
      </p:pic>
      <p:pic>
        <p:nvPicPr>
          <p:cNvPr name="Picture 9" id="9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4914900" y="990600"/>
            <a:ext cx="1968500" cy="1600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8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0" y="0"/>
            <a:ext cx="18288000" cy="10287000"/>
          </a:xfrm>
          <a:prstGeom prst="rect">
            <a:avLst/>
          </a:prstGeom>
        </p:spPr>
      </p:pic>
      <p:grpSp>
        <p:nvGrpSpPr>
          <p:cNvPr name="Group 3" id="3"/>
          <p:cNvGrpSpPr/>
          <p:nvPr/>
        </p:nvGrpSpPr>
        <p:grpSpPr>
          <a:xfrm>
            <a:off x="2147483647" y="2147483647"/>
            <a:ext cx="2147483647" cy="548500300"/>
          </a:xfrm>
        </p:grpSpPr>
      </p:grpSp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952500" y="2095500"/>
            <a:ext cx="16383000" cy="38100"/>
          </a:xfrm>
          <a:prstGeom prst="rect">
            <a:avLst/>
          </a:prstGeom>
        </p:spPr>
      </p:pic>
      <p:grpSp>
        <p:nvGrpSpPr>
          <p:cNvPr name="Group 5" id="5"/>
          <p:cNvGrpSpPr/>
          <p:nvPr/>
        </p:nvGrpSpPr>
        <p:grpSpPr>
          <a:xfrm>
            <a:off x="2147483647" y="2147483647"/>
            <a:ext cx="2147483647" cy="2147483647"/>
          </a:xfrm>
        </p:grpSpPr>
      </p:grpSp>
      <p:pic>
        <p:nvPicPr>
          <p:cNvPr name="Picture 6" id="6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3009900" y="2514600"/>
            <a:ext cx="12268200" cy="6934200"/>
          </a:xfrm>
          <a:prstGeom prst="rect">
            <a:avLst/>
          </a:prstGeom>
        </p:spPr>
      </p:pic>
      <p:grpSp>
        <p:nvGrpSpPr>
          <p:cNvPr name="Group 7" id="7"/>
          <p:cNvGrpSpPr/>
          <p:nvPr/>
        </p:nvGrpSpPr>
        <p:grpSpPr>
          <a:xfrm>
            <a:off x="2147483647" y="2147483647"/>
            <a:ext cx="2147483647" cy="2147483647"/>
          </a:xfrm>
        </p:grpSpPr>
      </p:grpSp>
      <p:pic>
        <p:nvPicPr>
          <p:cNvPr name="Picture 8" id="8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2971800" y="2514600"/>
            <a:ext cx="12319000" cy="6934200"/>
          </a:xfrm>
          <a:prstGeom prst="rect">
            <a:avLst/>
          </a:prstGeom>
        </p:spPr>
      </p:pic>
      <p:pic>
        <p:nvPicPr>
          <p:cNvPr name="Picture 9" id="9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876300" y="647700"/>
            <a:ext cx="1524000" cy="685800"/>
          </a:xfrm>
          <a:prstGeom prst="rect">
            <a:avLst/>
          </a:prstGeom>
        </p:spPr>
      </p:pic>
      <p:pic>
        <p:nvPicPr>
          <p:cNvPr name="Picture 10" id="10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800100" y="914400"/>
            <a:ext cx="4406900" cy="1371600"/>
          </a:xfrm>
          <a:prstGeom prst="rect">
            <a:avLst/>
          </a:prstGeom>
        </p:spPr>
      </p:pic>
      <p:pic>
        <p:nvPicPr>
          <p:cNvPr name="Picture 11" id="11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 rot="0">
            <a:off x="4902200" y="889000"/>
            <a:ext cx="1549400" cy="11303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8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0" y="0"/>
            <a:ext cx="18288000" cy="10287000"/>
          </a:xfrm>
          <a:prstGeom prst="rect">
            <a:avLst/>
          </a:prstGeom>
        </p:spPr>
      </p:pic>
      <p:grpSp>
        <p:nvGrpSpPr>
          <p:cNvPr name="Group 3" id="3"/>
          <p:cNvGrpSpPr/>
          <p:nvPr/>
        </p:nvGrpSpPr>
        <p:grpSpPr>
          <a:xfrm>
            <a:off x="2147483647" y="2147483647"/>
            <a:ext cx="2147483647" cy="548500300"/>
          </a:xfrm>
        </p:grpSpPr>
      </p:grpSp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952500" y="2095500"/>
            <a:ext cx="16383000" cy="38100"/>
          </a:xfrm>
          <a:prstGeom prst="rect">
            <a:avLst/>
          </a:prstGeom>
        </p:spPr>
      </p:pic>
      <p:grpSp>
        <p:nvGrpSpPr>
          <p:cNvPr name="Group 5" id="5"/>
          <p:cNvGrpSpPr/>
          <p:nvPr/>
        </p:nvGrpSpPr>
        <p:grpSpPr>
          <a:xfrm>
            <a:off x="2147483647" y="2147483647"/>
            <a:ext cx="2147483647" cy="2147483647"/>
          </a:xfrm>
        </p:grpSpPr>
      </p:grpSp>
      <p:pic>
        <p:nvPicPr>
          <p:cNvPr name="Picture 6" id="6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3009900" y="2514600"/>
            <a:ext cx="12268200" cy="6934200"/>
          </a:xfrm>
          <a:prstGeom prst="rect">
            <a:avLst/>
          </a:prstGeom>
        </p:spPr>
      </p:pic>
      <p:grpSp>
        <p:nvGrpSpPr>
          <p:cNvPr name="Group 7" id="7"/>
          <p:cNvGrpSpPr/>
          <p:nvPr/>
        </p:nvGrpSpPr>
        <p:grpSpPr>
          <a:xfrm>
            <a:off x="2147483647" y="2147483647"/>
            <a:ext cx="2147483647" cy="2147483647"/>
          </a:xfrm>
        </p:grpSpPr>
      </p:grpSp>
      <p:pic>
        <p:nvPicPr>
          <p:cNvPr name="Picture 8" id="8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2971800" y="2514600"/>
            <a:ext cx="12331700" cy="6934200"/>
          </a:xfrm>
          <a:prstGeom prst="rect">
            <a:avLst/>
          </a:prstGeom>
        </p:spPr>
      </p:pic>
      <p:pic>
        <p:nvPicPr>
          <p:cNvPr name="Picture 9" id="9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876300" y="647700"/>
            <a:ext cx="1524000" cy="685800"/>
          </a:xfrm>
          <a:prstGeom prst="rect">
            <a:avLst/>
          </a:prstGeom>
        </p:spPr>
      </p:pic>
      <p:pic>
        <p:nvPicPr>
          <p:cNvPr name="Picture 10" id="10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800100" y="914400"/>
            <a:ext cx="4406900" cy="1371600"/>
          </a:xfrm>
          <a:prstGeom prst="rect">
            <a:avLst/>
          </a:prstGeom>
        </p:spPr>
      </p:pic>
      <p:pic>
        <p:nvPicPr>
          <p:cNvPr name="Picture 11" id="11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 rot="0">
            <a:off x="4914900" y="990600"/>
            <a:ext cx="1968500" cy="1600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8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0" y="0"/>
            <a:ext cx="18288000" cy="10287000"/>
          </a:xfrm>
          <a:prstGeom prst="rect">
            <a:avLst/>
          </a:prstGeom>
        </p:spPr>
      </p:pic>
      <p:grpSp>
        <p:nvGrpSpPr>
          <p:cNvPr name="Group 3" id="3"/>
          <p:cNvGrpSpPr/>
          <p:nvPr/>
        </p:nvGrpSpPr>
        <p:grpSpPr>
          <a:xfrm>
            <a:off x="2147483647" y="2147483647"/>
            <a:ext cx="2147483647" cy="548500300"/>
          </a:xfrm>
        </p:grpSpPr>
      </p:grpSp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952500" y="2095500"/>
            <a:ext cx="16383000" cy="38100"/>
          </a:xfrm>
          <a:prstGeom prst="rect">
            <a:avLst/>
          </a:prstGeom>
        </p:spPr>
      </p:pic>
      <p:grpSp>
        <p:nvGrpSpPr>
          <p:cNvPr name="Group 5" id="5"/>
          <p:cNvGrpSpPr/>
          <p:nvPr/>
        </p:nvGrpSpPr>
        <p:grpSpPr>
          <a:xfrm>
            <a:off x="2147483647" y="2147483647"/>
            <a:ext cx="2147483647" cy="2147483647"/>
          </a:xfrm>
        </p:grpSpPr>
      </p:grpSp>
      <p:pic>
        <p:nvPicPr>
          <p:cNvPr name="Picture 6" id="6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3009900" y="2514600"/>
            <a:ext cx="12268200" cy="6934200"/>
          </a:xfrm>
          <a:prstGeom prst="rect">
            <a:avLst/>
          </a:prstGeom>
        </p:spPr>
      </p:pic>
      <p:grpSp>
        <p:nvGrpSpPr>
          <p:cNvPr name="Group 7" id="7"/>
          <p:cNvGrpSpPr/>
          <p:nvPr/>
        </p:nvGrpSpPr>
        <p:grpSpPr>
          <a:xfrm>
            <a:off x="2147483647" y="2147483647"/>
            <a:ext cx="2147483647" cy="2147483647"/>
          </a:xfrm>
        </p:grpSpPr>
      </p:grpSp>
      <p:pic>
        <p:nvPicPr>
          <p:cNvPr name="Picture 8" id="8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3009900" y="2514600"/>
            <a:ext cx="12344400" cy="6934200"/>
          </a:xfrm>
          <a:prstGeom prst="rect">
            <a:avLst/>
          </a:prstGeom>
        </p:spPr>
      </p:pic>
      <p:pic>
        <p:nvPicPr>
          <p:cNvPr name="Picture 9" id="9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876300" y="647700"/>
            <a:ext cx="1524000" cy="685800"/>
          </a:xfrm>
          <a:prstGeom prst="rect">
            <a:avLst/>
          </a:prstGeom>
        </p:spPr>
      </p:pic>
      <p:pic>
        <p:nvPicPr>
          <p:cNvPr name="Picture 10" id="10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800100" y="914400"/>
            <a:ext cx="4406900" cy="1371600"/>
          </a:xfrm>
          <a:prstGeom prst="rect">
            <a:avLst/>
          </a:prstGeom>
        </p:spPr>
      </p:pic>
      <p:pic>
        <p:nvPicPr>
          <p:cNvPr name="Picture 11" id="11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 rot="0">
            <a:off x="4914900" y="990600"/>
            <a:ext cx="3454400" cy="1600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8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0" y="0"/>
            <a:ext cx="18288000" cy="10287000"/>
          </a:xfrm>
          <a:prstGeom prst="rect">
            <a:avLst/>
          </a:prstGeom>
        </p:spPr>
      </p:pic>
      <p:grpSp>
        <p:nvGrpSpPr>
          <p:cNvPr name="Group 3" id="3"/>
          <p:cNvGrpSpPr/>
          <p:nvPr/>
        </p:nvGrpSpPr>
        <p:grpSpPr>
          <a:xfrm>
            <a:off x="2147483647" y="2147483647"/>
            <a:ext cx="2147483647" cy="548500300"/>
          </a:xfrm>
        </p:grpSpPr>
      </p:grpSp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952500" y="2095500"/>
            <a:ext cx="16383000" cy="38100"/>
          </a:xfrm>
          <a:prstGeom prst="rect">
            <a:avLst/>
          </a:prstGeom>
        </p:spPr>
      </p:pic>
      <p:grpSp>
        <p:nvGrpSpPr>
          <p:cNvPr name="Group 5" id="5"/>
          <p:cNvGrpSpPr/>
          <p:nvPr/>
        </p:nvGrpSpPr>
        <p:grpSpPr>
          <a:xfrm>
            <a:off x="2147483647" y="2147483647"/>
            <a:ext cx="2147483647" cy="2147483647"/>
          </a:xfrm>
        </p:grpSpPr>
      </p:grpSp>
      <p:pic>
        <p:nvPicPr>
          <p:cNvPr name="Picture 6" id="6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3556000" y="2514600"/>
            <a:ext cx="12395200" cy="69342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876300" y="647700"/>
            <a:ext cx="1524000" cy="685800"/>
          </a:xfrm>
          <a:prstGeom prst="rect">
            <a:avLst/>
          </a:prstGeom>
        </p:spPr>
      </p:pic>
      <p:pic>
        <p:nvPicPr>
          <p:cNvPr name="Picture 8" id="8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800100" y="914400"/>
            <a:ext cx="4406900" cy="1371600"/>
          </a:xfrm>
          <a:prstGeom prst="rect">
            <a:avLst/>
          </a:prstGeom>
        </p:spPr>
      </p:pic>
      <p:pic>
        <p:nvPicPr>
          <p:cNvPr name="Picture 9" id="9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4902200" y="939800"/>
            <a:ext cx="2336800" cy="1079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8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0" y="0"/>
            <a:ext cx="18288000" cy="10287000"/>
          </a:xfrm>
          <a:prstGeom prst="rect">
            <a:avLst/>
          </a:prstGeom>
        </p:spPr>
      </p:pic>
      <p:grpSp>
        <p:nvGrpSpPr>
          <p:cNvPr name="Group 3" id="3"/>
          <p:cNvGrpSpPr/>
          <p:nvPr/>
        </p:nvGrpSpPr>
        <p:grpSpPr>
          <a:xfrm>
            <a:off x="2147483647" y="2147483647"/>
            <a:ext cx="2147483647" cy="548500300"/>
          </a:xfrm>
        </p:grpSpPr>
      </p:grpSp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952500" y="2095500"/>
            <a:ext cx="16383000" cy="38100"/>
          </a:xfrm>
          <a:prstGeom prst="rect">
            <a:avLst/>
          </a:prstGeom>
        </p:spPr>
      </p:pic>
      <p:grpSp>
        <p:nvGrpSpPr>
          <p:cNvPr name="Group 5" id="5"/>
          <p:cNvGrpSpPr/>
          <p:nvPr/>
        </p:nvGrpSpPr>
        <p:grpSpPr>
          <a:xfrm>
            <a:off x="2147483647" y="2147483647"/>
            <a:ext cx="2147483647" cy="2147483647"/>
          </a:xfrm>
        </p:grpSpPr>
      </p:grpSp>
      <p:pic>
        <p:nvPicPr>
          <p:cNvPr name="Picture 6" id="6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2984500" y="2514600"/>
            <a:ext cx="12242800" cy="6934200"/>
          </a:xfrm>
          <a:prstGeom prst="rect">
            <a:avLst/>
          </a:prstGeom>
        </p:spPr>
      </p:pic>
      <p:pic>
        <p:nvPicPr>
          <p:cNvPr name="Picture 7" id="7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876300" y="647700"/>
            <a:ext cx="1524000" cy="685800"/>
          </a:xfrm>
          <a:prstGeom prst="rect">
            <a:avLst/>
          </a:prstGeom>
        </p:spPr>
      </p:pic>
      <p:pic>
        <p:nvPicPr>
          <p:cNvPr name="Picture 8" id="8"/>
          <p:cNvPicPr>
            <a:picLocks noChangeAspect="true"/>
          </p:cNvPicPr>
          <p:nvPr/>
        </p:nvPicPr>
        <p:blipFill>
          <a:blip r:embed="rId6"/>
          <a:stretch>
            <a:fillRect/>
          </a:stretch>
        </p:blipFill>
        <p:spPr>
          <a:xfrm rot="0">
            <a:off x="800100" y="914400"/>
            <a:ext cx="4406900" cy="1371600"/>
          </a:xfrm>
          <a:prstGeom prst="rect">
            <a:avLst/>
          </a:prstGeom>
        </p:spPr>
      </p:pic>
      <p:pic>
        <p:nvPicPr>
          <p:cNvPr name="Picture 9" id="9"/>
          <p:cNvPicPr>
            <a:picLocks noChangeAspect="true"/>
          </p:cNvPicPr>
          <p:nvPr/>
        </p:nvPicPr>
        <p:blipFill>
          <a:blip r:embed="rId7"/>
          <a:stretch>
            <a:fillRect/>
          </a:stretch>
        </p:blipFill>
        <p:spPr>
          <a:xfrm rot="0">
            <a:off x="4902200" y="939800"/>
            <a:ext cx="2336800" cy="1079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Pr shadeToTitle="0">
        <a:solidFill>
          <a:srgbClr val="f8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0" y="0"/>
            <a:ext cx="18288000" cy="10287000"/>
          </a:xfrm>
          <a:prstGeom prst="rect">
            <a:avLst/>
          </a:prstGeom>
        </p:spPr>
      </p:pic>
      <p:grpSp>
        <p:nvGrpSpPr>
          <p:cNvPr name="Group 3" id="3"/>
          <p:cNvGrpSpPr/>
          <p:nvPr/>
        </p:nvGrpSpPr>
        <p:grpSpPr>
          <a:xfrm>
            <a:off x="2147483647" y="2147483647"/>
            <a:ext cx="2147483647" cy="548500300"/>
          </a:xfrm>
        </p:grpSpPr>
      </p:grpSp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952500" y="2095500"/>
            <a:ext cx="16383000" cy="38100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876300" y="647700"/>
            <a:ext cx="1511300" cy="685800"/>
          </a:xfrm>
          <a:prstGeom prst="rect">
            <a:avLst/>
          </a:prstGeom>
        </p:spPr>
      </p:pic>
      <p:pic>
        <p:nvPicPr>
          <p:cNvPr name="Picture 6" id="6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812800" y="977900"/>
            <a:ext cx="2438400" cy="2032000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2838556" y="2604704"/>
            <a:ext cx="12610886" cy="665359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8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-6515100" y="5461000"/>
            <a:ext cx="30391100" cy="9042400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 rot="0">
            <a:off x="0" y="0"/>
            <a:ext cx="18288000" cy="10287000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-139700" y="3314700"/>
            <a:ext cx="15570200" cy="2514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0</ep:Words>
  <ep:PresentationFormat>On-screen Show (4:3)</ep:PresentationFormat>
  <ep:Paragraphs>0</ep:Paragraphs>
  <ep:Slides>10</ep:Slides>
  <ep:Notes>0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ep:HeadingPairs>
  <ep:TitlesOfParts>
    <vt:vector size="11" baseType="lpstr">
      <vt:lpstr>Office Theme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2006-08-16T00:00:00.000</dcterms:created>
  <cp:lastModifiedBy>yujin</cp:lastModifiedBy>
  <dcterms:modified xsi:type="dcterms:W3CDTF">2025-10-01T06:21:32.683</dcterms:modified>
  <cp:revision>3</cp:revision>
  <cp:version/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